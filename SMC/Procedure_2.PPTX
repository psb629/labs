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2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1330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744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873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03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82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057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833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735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68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91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87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426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CD29D-D65A-49F4-BA91-9740C9343287}" type="datetimeFigureOut">
              <a:rPr lang="ko-KR" altLang="en-US" smtClean="0"/>
              <a:t>11/11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9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033843-C5DC-4F2E-A552-65FAD5F79E23}"/>
              </a:ext>
            </a:extLst>
          </p:cNvPr>
          <p:cNvSpPr txBox="1"/>
          <p:nvPr/>
        </p:nvSpPr>
        <p:spPr>
          <a:xfrm>
            <a:off x="6172200" y="3081634"/>
            <a:ext cx="278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삼성병원으로부터 데이터를 환자의 </a:t>
            </a:r>
            <a:r>
              <a:rPr lang="en-US" altLang="ko-KR" dirty="0"/>
              <a:t>MR </a:t>
            </a:r>
            <a:r>
              <a:rPr lang="ko-KR" altLang="en-US" dirty="0"/>
              <a:t>영상을 전달받습니다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546" y="1159596"/>
            <a:ext cx="4793664" cy="5386644"/>
          </a:xfrm>
        </p:spPr>
      </p:pic>
    </p:spTree>
    <p:extLst>
      <p:ext uri="{BB962C8B-B14F-4D97-AF65-F5344CB8AC3E}">
        <p14:creationId xmlns:p14="http://schemas.microsoft.com/office/powerpoint/2010/main" val="251510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2.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033843-C5DC-4F2E-A552-65FAD5F79E23}"/>
              </a:ext>
            </a:extLst>
          </p:cNvPr>
          <p:cNvSpPr txBox="1"/>
          <p:nvPr/>
        </p:nvSpPr>
        <p:spPr>
          <a:xfrm>
            <a:off x="4675050" y="2393657"/>
            <a:ext cx="38954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전달받은 </a:t>
            </a:r>
            <a:r>
              <a:rPr lang="en-US" altLang="ko-KR" dirty="0"/>
              <a:t>DICOM </a:t>
            </a:r>
            <a:r>
              <a:rPr lang="ko-KR" altLang="en-US" dirty="0"/>
              <a:t>데이터를 분석이 가능한 </a:t>
            </a:r>
            <a:r>
              <a:rPr lang="en-US" altLang="ko-KR" dirty="0"/>
              <a:t>NIFTI </a:t>
            </a:r>
            <a:r>
              <a:rPr lang="ko-KR" altLang="en-US" dirty="0"/>
              <a:t>파일로 변환합니다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영상을 전처리</a:t>
            </a:r>
            <a:r>
              <a:rPr lang="en-US" altLang="ko-KR" dirty="0"/>
              <a:t>(preprocessing) </a:t>
            </a:r>
            <a:r>
              <a:rPr lang="ko-KR" altLang="en-US" dirty="0"/>
              <a:t>합니다</a:t>
            </a:r>
            <a:r>
              <a:rPr lang="en-US" altLang="ko-KR" dirty="0"/>
              <a:t>. T1 </a:t>
            </a:r>
            <a:r>
              <a:rPr lang="ko-KR" altLang="en-US" dirty="0"/>
              <a:t>해부학영상과 </a:t>
            </a:r>
            <a:r>
              <a:rPr lang="en-US" altLang="ko-KR" dirty="0"/>
              <a:t>functional </a:t>
            </a:r>
            <a:r>
              <a:rPr lang="ko-KR" altLang="en-US" dirty="0"/>
              <a:t>영상의 축을 일치시켜 분석에 용이한 상태로 사전작업을 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117755"/>
              </p:ext>
            </p:extLst>
          </p:nvPr>
        </p:nvGraphicFramePr>
        <p:xfrm>
          <a:off x="2637692" y="2991758"/>
          <a:ext cx="1465385" cy="112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포장기 셸 개체" showAsIcon="1" r:id="rId3" imgW="567720" imgH="437400" progId="Package">
                  <p:embed/>
                </p:oleObj>
              </mc:Choice>
              <mc:Fallback>
                <p:oleObj name="포장기 셸 개체" showAsIcon="1" r:id="rId3" imgW="567720" imgH="437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7692" y="2991758"/>
                        <a:ext cx="1465385" cy="112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57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en-US" altLang="ko-KR" smtClean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033843-C5DC-4F2E-A552-65FAD5F79E23}"/>
              </a:ext>
            </a:extLst>
          </p:cNvPr>
          <p:cNvSpPr txBox="1"/>
          <p:nvPr/>
        </p:nvSpPr>
        <p:spPr>
          <a:xfrm>
            <a:off x="628649" y="5211736"/>
            <a:ext cx="79819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환자의 해부학 영상에서 목표가 되는 </a:t>
            </a:r>
            <a:r>
              <a:rPr lang="en-US" altLang="ko-KR" dirty="0"/>
              <a:t>left hippocampus</a:t>
            </a:r>
            <a:r>
              <a:rPr lang="ko-KR" altLang="en-US" dirty="0"/>
              <a:t>의 위치를 파악합니다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left hippocampus</a:t>
            </a:r>
            <a:r>
              <a:rPr lang="ko-KR" altLang="en-US" dirty="0"/>
              <a:t>와 </a:t>
            </a:r>
            <a:r>
              <a:rPr lang="en-US" altLang="ko-KR" dirty="0"/>
              <a:t>correlation</a:t>
            </a:r>
            <a:r>
              <a:rPr lang="ko-KR" altLang="en-US" dirty="0"/>
              <a:t>이 높은 </a:t>
            </a:r>
            <a:r>
              <a:rPr lang="en-US" altLang="ko-KR" dirty="0">
                <a:solidFill>
                  <a:srgbClr val="1D1C1D"/>
                </a:solidFill>
                <a:latin typeface="Slack-Lato"/>
              </a:rPr>
              <a:t>left-angular gyrus</a:t>
            </a:r>
            <a:r>
              <a:rPr lang="ko-KR" altLang="en-US" dirty="0">
                <a:solidFill>
                  <a:srgbClr val="1D1C1D"/>
                </a:solidFill>
                <a:latin typeface="Slack-Lato"/>
              </a:rPr>
              <a:t>를 찾아서 좌표를 얻습니다</a:t>
            </a:r>
            <a:r>
              <a:rPr lang="en-US" altLang="ko-KR" dirty="0" smtClean="0">
                <a:solidFill>
                  <a:srgbClr val="1D1C1D"/>
                </a:solidFill>
                <a:latin typeface="Slack-Lato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1D1C1D"/>
                </a:solidFill>
                <a:latin typeface="Slack-Lato"/>
              </a:rPr>
              <a:t>얻은 좌표를 바탕으로 환자의 개별적인 마스크를 만들어줄 업체 직원에게 해당 좌표를 전달합니다</a:t>
            </a:r>
            <a:r>
              <a:rPr lang="en-US" altLang="ko-KR" dirty="0" smtClean="0">
                <a:solidFill>
                  <a:srgbClr val="1D1C1D"/>
                </a:solidFill>
                <a:latin typeface="Slack-Lato"/>
              </a:rPr>
              <a:t>.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49" y="1116623"/>
            <a:ext cx="5229982" cy="3301878"/>
          </a:xfr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883" y="1854014"/>
            <a:ext cx="4950069" cy="323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81</Words>
  <Application>Microsoft Office PowerPoint</Application>
  <PresentationFormat>화면 슬라이드 쇼(4:3)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Office 테마</vt:lpstr>
      <vt:lpstr>패키지</vt:lpstr>
      <vt:lpstr>Step 1.</vt:lpstr>
      <vt:lpstr>Step 2.</vt:lpstr>
      <vt:lpstr>Step 3.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sungbeen park</dc:creator>
  <cp:lastModifiedBy>sungbeen park</cp:lastModifiedBy>
  <cp:revision>7</cp:revision>
  <dcterms:created xsi:type="dcterms:W3CDTF">2020-10-15T05:56:39Z</dcterms:created>
  <dcterms:modified xsi:type="dcterms:W3CDTF">2020-11-11T07:19:48Z</dcterms:modified>
</cp:coreProperties>
</file>