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3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10/15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7447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10/15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873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10/15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903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10/15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282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10/15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057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10/15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833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10/15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7356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10/15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0686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10/15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4915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10/15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6875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29D-D65A-49F4-BA91-9740C9343287}" type="datetimeFigureOut">
              <a:rPr lang="ko-KR" altLang="en-US" smtClean="0"/>
              <a:t>10/15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4263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CD29D-D65A-49F4-BA91-9740C9343287}" type="datetimeFigureOut">
              <a:rPr lang="ko-KR" altLang="en-US" smtClean="0"/>
              <a:t>10/15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A3796-BFE7-41C0-94CB-E2B23A179DD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679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D0C7F-951D-4AC2-AD5B-DD70ABB15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3" y="340120"/>
            <a:ext cx="7829551" cy="764780"/>
          </a:xfrm>
        </p:spPr>
        <p:txBody>
          <a:bodyPr/>
          <a:lstStyle/>
          <a:p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1.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1D6C99E-8DE8-43EB-A1FB-6AD063FE3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676" y="1276150"/>
            <a:ext cx="4851224" cy="545762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033843-C5DC-4F2E-A552-65FAD5F79E23}"/>
              </a:ext>
            </a:extLst>
          </p:cNvPr>
          <p:cNvSpPr txBox="1"/>
          <p:nvPr/>
        </p:nvSpPr>
        <p:spPr>
          <a:xfrm>
            <a:off x="6172200" y="3081634"/>
            <a:ext cx="278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삼성병원으로부터 데이터를 환자의 </a:t>
            </a:r>
            <a:r>
              <a:rPr lang="en-US" altLang="ko-KR" dirty="0"/>
              <a:t>MR </a:t>
            </a:r>
            <a:r>
              <a:rPr lang="ko-KR" altLang="en-US" dirty="0"/>
              <a:t>영상을 전달받습니다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5105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D0C7F-951D-4AC2-AD5B-DD70ABB15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3" y="340120"/>
            <a:ext cx="7829551" cy="764780"/>
          </a:xfrm>
        </p:spPr>
        <p:txBody>
          <a:bodyPr/>
          <a:lstStyle/>
          <a:p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2.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33843-C5DC-4F2E-A552-65FAD5F79E23}"/>
              </a:ext>
            </a:extLst>
          </p:cNvPr>
          <p:cNvSpPr txBox="1"/>
          <p:nvPr/>
        </p:nvSpPr>
        <p:spPr>
          <a:xfrm>
            <a:off x="4956404" y="3105834"/>
            <a:ext cx="3895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전달받은 </a:t>
            </a:r>
            <a:r>
              <a:rPr lang="en-US" altLang="ko-KR" dirty="0"/>
              <a:t>DICOM </a:t>
            </a:r>
            <a:r>
              <a:rPr lang="ko-KR" altLang="en-US" dirty="0"/>
              <a:t>데이터를 분석이 가능한 </a:t>
            </a:r>
            <a:r>
              <a:rPr lang="en-US" altLang="ko-KR" dirty="0"/>
              <a:t>NIFTI </a:t>
            </a:r>
            <a:r>
              <a:rPr lang="ko-KR" altLang="en-US" dirty="0"/>
              <a:t>파일로 변환합니다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C71EBBD7-CE95-46CF-B8AA-8EC555CF33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756405"/>
              </p:ext>
            </p:extLst>
          </p:nvPr>
        </p:nvGraphicFramePr>
        <p:xfrm>
          <a:off x="1279523" y="3081634"/>
          <a:ext cx="3968981" cy="101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포장기 셸 개체" showAsIcon="1" r:id="rId3" imgW="2365920" imgH="604800" progId="Package">
                  <p:embed/>
                </p:oleObj>
              </mc:Choice>
              <mc:Fallback>
                <p:oleObj name="포장기 셸 개체" showAsIcon="1" r:id="rId3" imgW="2365920" imgH="604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79523" y="3081634"/>
                        <a:ext cx="3968981" cy="1014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3579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D0C7F-951D-4AC2-AD5B-DD70ABB15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3" y="340120"/>
            <a:ext cx="7829551" cy="764780"/>
          </a:xfrm>
        </p:spPr>
        <p:txBody>
          <a:bodyPr>
            <a:normAutofit/>
          </a:bodyPr>
          <a:lstStyle/>
          <a:p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3.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33843-C5DC-4F2E-A552-65FAD5F79E23}"/>
              </a:ext>
            </a:extLst>
          </p:cNvPr>
          <p:cNvSpPr txBox="1"/>
          <p:nvPr/>
        </p:nvSpPr>
        <p:spPr>
          <a:xfrm>
            <a:off x="5016502" y="3081634"/>
            <a:ext cx="39369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영상을 </a:t>
            </a:r>
            <a:r>
              <a:rPr lang="ko-KR" altLang="en-US" dirty="0" err="1"/>
              <a:t>전처리</a:t>
            </a:r>
            <a:r>
              <a:rPr lang="en-US" altLang="ko-KR" dirty="0"/>
              <a:t>(preprocessing) </a:t>
            </a:r>
            <a:r>
              <a:rPr lang="ko-KR" altLang="en-US" dirty="0"/>
              <a:t>합니다</a:t>
            </a:r>
            <a:r>
              <a:rPr lang="en-US" altLang="ko-KR" dirty="0"/>
              <a:t>. T1 </a:t>
            </a:r>
            <a:r>
              <a:rPr lang="ko-KR" altLang="en-US" dirty="0"/>
              <a:t>해부학영상과 </a:t>
            </a:r>
            <a:r>
              <a:rPr lang="en-US" altLang="ko-KR" dirty="0"/>
              <a:t>functional </a:t>
            </a:r>
            <a:r>
              <a:rPr lang="ko-KR" altLang="en-US" dirty="0"/>
              <a:t>영상의 축을 일치시켜 분석에 용이한 상태로 사전작업을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4B129E70-6B0D-49BE-B785-116EF21968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810583"/>
              </p:ext>
            </p:extLst>
          </p:nvPr>
        </p:nvGraphicFramePr>
        <p:xfrm>
          <a:off x="2400300" y="3081634"/>
          <a:ext cx="1727200" cy="100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포장기 셸 개체" showAsIcon="1" r:id="rId3" imgW="1042920" imgH="604800" progId="Package">
                  <p:embed/>
                </p:oleObj>
              </mc:Choice>
              <mc:Fallback>
                <p:oleObj name="포장기 셸 개체" showAsIcon="1" r:id="rId3" imgW="1042920" imgH="604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00300" y="3081634"/>
                        <a:ext cx="1727200" cy="100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0053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D0C7F-951D-4AC2-AD5B-DD70ABB15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3" y="340120"/>
            <a:ext cx="7829551" cy="764780"/>
          </a:xfrm>
        </p:spPr>
        <p:txBody>
          <a:bodyPr/>
          <a:lstStyle/>
          <a:p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4.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33843-C5DC-4F2E-A552-65FAD5F79E23}"/>
              </a:ext>
            </a:extLst>
          </p:cNvPr>
          <p:cNvSpPr txBox="1"/>
          <p:nvPr/>
        </p:nvSpPr>
        <p:spPr>
          <a:xfrm>
            <a:off x="628649" y="5211736"/>
            <a:ext cx="798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환자의 해부학 영상에서 목표가 되는 </a:t>
            </a:r>
            <a:r>
              <a:rPr lang="en-US" altLang="ko-KR" dirty="0"/>
              <a:t>left hippocampus</a:t>
            </a:r>
            <a:r>
              <a:rPr lang="ko-KR" altLang="en-US" dirty="0"/>
              <a:t>의 위치를 파악합니다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677EB4B4-A802-478D-A5EB-B87F497047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8" y="1104900"/>
            <a:ext cx="7886700" cy="3711388"/>
          </a:xfrm>
        </p:spPr>
      </p:pic>
    </p:spTree>
    <p:extLst>
      <p:ext uri="{BB962C8B-B14F-4D97-AF65-F5344CB8AC3E}">
        <p14:creationId xmlns:p14="http://schemas.microsoft.com/office/powerpoint/2010/main" val="308326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D0C7F-951D-4AC2-AD5B-DD70ABB15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3" y="340120"/>
            <a:ext cx="7829551" cy="764780"/>
          </a:xfrm>
        </p:spPr>
        <p:txBody>
          <a:bodyPr/>
          <a:lstStyle/>
          <a:p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5.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33843-C5DC-4F2E-A552-65FAD5F79E23}"/>
              </a:ext>
            </a:extLst>
          </p:cNvPr>
          <p:cNvSpPr txBox="1"/>
          <p:nvPr/>
        </p:nvSpPr>
        <p:spPr>
          <a:xfrm>
            <a:off x="657223" y="5568434"/>
            <a:ext cx="7829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left hippocampus</a:t>
            </a:r>
            <a:r>
              <a:rPr lang="ko-KR" altLang="en-US" dirty="0"/>
              <a:t>와 </a:t>
            </a:r>
            <a:r>
              <a:rPr lang="en-US" altLang="ko-KR"/>
              <a:t>correlation</a:t>
            </a:r>
            <a:r>
              <a:rPr lang="ko-KR" altLang="en-US"/>
              <a:t>이 </a:t>
            </a:r>
            <a:r>
              <a:rPr lang="ko-KR" altLang="en-US" dirty="0"/>
              <a:t>높은 </a:t>
            </a:r>
            <a:r>
              <a:rPr lang="en-US" altLang="ko-KR" b="0" i="0" dirty="0">
                <a:solidFill>
                  <a:srgbClr val="1D1C1D"/>
                </a:solidFill>
                <a:effectLst/>
                <a:latin typeface="Slack-Lato"/>
              </a:rPr>
              <a:t>left-angular gyrus</a:t>
            </a:r>
            <a:r>
              <a:rPr lang="ko-KR" altLang="en-US" b="0" i="0" dirty="0">
                <a:solidFill>
                  <a:srgbClr val="1D1C1D"/>
                </a:solidFill>
                <a:effectLst/>
                <a:latin typeface="Slack-Lato"/>
              </a:rPr>
              <a:t>를 찾아서 좌표를 얻습니다</a:t>
            </a:r>
            <a:r>
              <a:rPr lang="en-US" altLang="ko-KR" b="0" i="0" dirty="0">
                <a:solidFill>
                  <a:srgbClr val="1D1C1D"/>
                </a:solidFill>
                <a:effectLst/>
                <a:latin typeface="Slack-Lato"/>
              </a:rPr>
              <a:t>.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A593942-0752-4D3D-90E1-014DCB3C7E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42" y="1104900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410412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74</Words>
  <Application>Microsoft Office PowerPoint</Application>
  <PresentationFormat>화면 슬라이드 쇼(4:3)</PresentationFormat>
  <Paragraphs>10</Paragraphs>
  <Slides>5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Slack-Lato</vt:lpstr>
      <vt:lpstr>Arial</vt:lpstr>
      <vt:lpstr>Calibri</vt:lpstr>
      <vt:lpstr>Calibri Light</vt:lpstr>
      <vt:lpstr>Office 테마</vt:lpstr>
      <vt:lpstr>패키지</vt:lpstr>
      <vt:lpstr>Step 1.</vt:lpstr>
      <vt:lpstr>Step 2.</vt:lpstr>
      <vt:lpstr>Step 3.</vt:lpstr>
      <vt:lpstr>Step 4.</vt:lpstr>
      <vt:lpstr>Step 5.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</dc:title>
  <dc:creator>sungbeen park</dc:creator>
  <cp:lastModifiedBy>sungbeen park</cp:lastModifiedBy>
  <cp:revision>6</cp:revision>
  <dcterms:created xsi:type="dcterms:W3CDTF">2020-10-15T05:56:39Z</dcterms:created>
  <dcterms:modified xsi:type="dcterms:W3CDTF">2020-10-15T06:23:03Z</dcterms:modified>
</cp:coreProperties>
</file>