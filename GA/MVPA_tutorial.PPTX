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ngbeen park" userId="945cee9eb21e5f29" providerId="LiveId" clId="{6257241C-E24D-4013-A46D-E55FC37E4B26}"/>
    <pc:docChg chg="custSel addSld modSld">
      <pc:chgData name="sungbeen park" userId="945cee9eb21e5f29" providerId="LiveId" clId="{6257241C-E24D-4013-A46D-E55FC37E4B26}" dt="2020-12-03T01:04:54.957" v="1237" actId="1076"/>
      <pc:docMkLst>
        <pc:docMk/>
      </pc:docMkLst>
      <pc:sldChg chg="modSp new mod">
        <pc:chgData name="sungbeen park" userId="945cee9eb21e5f29" providerId="LiveId" clId="{6257241C-E24D-4013-A46D-E55FC37E4B26}" dt="2020-12-03T01:01:45.840" v="1223" actId="403"/>
        <pc:sldMkLst>
          <pc:docMk/>
          <pc:sldMk cId="2022725271" sldId="256"/>
        </pc:sldMkLst>
        <pc:spChg chg="mod">
          <ac:chgData name="sungbeen park" userId="945cee9eb21e5f29" providerId="LiveId" clId="{6257241C-E24D-4013-A46D-E55FC37E4B26}" dt="2020-12-03T01:01:45.840" v="1223" actId="403"/>
          <ac:spMkLst>
            <pc:docMk/>
            <pc:sldMk cId="2022725271" sldId="256"/>
            <ac:spMk id="2" creationId="{9CC6989A-2AEE-4C0A-AC51-EA6416B563E3}"/>
          </ac:spMkLst>
        </pc:spChg>
      </pc:sldChg>
      <pc:sldChg chg="modSp new mod">
        <pc:chgData name="sungbeen park" userId="945cee9eb21e5f29" providerId="LiveId" clId="{6257241C-E24D-4013-A46D-E55FC37E4B26}" dt="2020-12-03T00:54:22.029" v="263" actId="20577"/>
        <pc:sldMkLst>
          <pc:docMk/>
          <pc:sldMk cId="3031428015" sldId="257"/>
        </pc:sldMkLst>
        <pc:spChg chg="mod">
          <ac:chgData name="sungbeen park" userId="945cee9eb21e5f29" providerId="LiveId" clId="{6257241C-E24D-4013-A46D-E55FC37E4B26}" dt="2020-12-03T00:50:04.885" v="41" actId="20577"/>
          <ac:spMkLst>
            <pc:docMk/>
            <pc:sldMk cId="3031428015" sldId="257"/>
            <ac:spMk id="2" creationId="{32308436-A78E-444C-9BC5-56586667415D}"/>
          </ac:spMkLst>
        </pc:spChg>
        <pc:spChg chg="mod">
          <ac:chgData name="sungbeen park" userId="945cee9eb21e5f29" providerId="LiveId" clId="{6257241C-E24D-4013-A46D-E55FC37E4B26}" dt="2020-12-03T00:54:22.029" v="263" actId="20577"/>
          <ac:spMkLst>
            <pc:docMk/>
            <pc:sldMk cId="3031428015" sldId="257"/>
            <ac:spMk id="3" creationId="{F891542F-3A68-46F0-9CB5-F18DACACE36A}"/>
          </ac:spMkLst>
        </pc:spChg>
      </pc:sldChg>
      <pc:sldChg chg="addSp modSp new mod">
        <pc:chgData name="sungbeen park" userId="945cee9eb21e5f29" providerId="LiveId" clId="{6257241C-E24D-4013-A46D-E55FC37E4B26}" dt="2020-12-03T00:56:10.697" v="577" actId="1076"/>
        <pc:sldMkLst>
          <pc:docMk/>
          <pc:sldMk cId="3054001973" sldId="258"/>
        </pc:sldMkLst>
        <pc:spChg chg="mod">
          <ac:chgData name="sungbeen park" userId="945cee9eb21e5f29" providerId="LiveId" clId="{6257241C-E24D-4013-A46D-E55FC37E4B26}" dt="2020-12-03T00:55:03.170" v="270" actId="20577"/>
          <ac:spMkLst>
            <pc:docMk/>
            <pc:sldMk cId="3054001973" sldId="258"/>
            <ac:spMk id="2" creationId="{92122756-6388-4982-AE5F-28DB8EFBF050}"/>
          </ac:spMkLst>
        </pc:spChg>
        <pc:spChg chg="mod">
          <ac:chgData name="sungbeen park" userId="945cee9eb21e5f29" providerId="LiveId" clId="{6257241C-E24D-4013-A46D-E55FC37E4B26}" dt="2020-12-03T00:56:08.082" v="576" actId="20577"/>
          <ac:spMkLst>
            <pc:docMk/>
            <pc:sldMk cId="3054001973" sldId="258"/>
            <ac:spMk id="3" creationId="{9505082E-1FEE-4FFB-8198-441A3CEF3554}"/>
          </ac:spMkLst>
        </pc:spChg>
        <pc:graphicFrameChg chg="add mod">
          <ac:chgData name="sungbeen park" userId="945cee9eb21e5f29" providerId="LiveId" clId="{6257241C-E24D-4013-A46D-E55FC37E4B26}" dt="2020-12-03T00:56:10.697" v="577" actId="1076"/>
          <ac:graphicFrameMkLst>
            <pc:docMk/>
            <pc:sldMk cId="3054001973" sldId="258"/>
            <ac:graphicFrameMk id="4" creationId="{2E714777-7C36-4AFD-B1B0-534CD9073112}"/>
          </ac:graphicFrameMkLst>
        </pc:graphicFrameChg>
      </pc:sldChg>
      <pc:sldChg chg="addSp modSp new mod">
        <pc:chgData name="sungbeen park" userId="945cee9eb21e5f29" providerId="LiveId" clId="{6257241C-E24D-4013-A46D-E55FC37E4B26}" dt="2020-12-03T00:57:25.564" v="637" actId="1076"/>
        <pc:sldMkLst>
          <pc:docMk/>
          <pc:sldMk cId="362427251" sldId="259"/>
        </pc:sldMkLst>
        <pc:spChg chg="mod">
          <ac:chgData name="sungbeen park" userId="945cee9eb21e5f29" providerId="LiveId" clId="{6257241C-E24D-4013-A46D-E55FC37E4B26}" dt="2020-12-03T00:56:18.372" v="580" actId="20577"/>
          <ac:spMkLst>
            <pc:docMk/>
            <pc:sldMk cId="362427251" sldId="259"/>
            <ac:spMk id="2" creationId="{61689C53-0A6C-4139-9BA9-59610A04DBBD}"/>
          </ac:spMkLst>
        </pc:spChg>
        <pc:spChg chg="mod">
          <ac:chgData name="sungbeen park" userId="945cee9eb21e5f29" providerId="LiveId" clId="{6257241C-E24D-4013-A46D-E55FC37E4B26}" dt="2020-12-03T00:57:16.849" v="634" actId="20577"/>
          <ac:spMkLst>
            <pc:docMk/>
            <pc:sldMk cId="362427251" sldId="259"/>
            <ac:spMk id="3" creationId="{7DECD684-B079-4CE1-9396-01E4C37BF8FE}"/>
          </ac:spMkLst>
        </pc:spChg>
        <pc:graphicFrameChg chg="add mod">
          <ac:chgData name="sungbeen park" userId="945cee9eb21e5f29" providerId="LiveId" clId="{6257241C-E24D-4013-A46D-E55FC37E4B26}" dt="2020-12-03T00:57:25.564" v="637" actId="1076"/>
          <ac:graphicFrameMkLst>
            <pc:docMk/>
            <pc:sldMk cId="362427251" sldId="259"/>
            <ac:graphicFrameMk id="4" creationId="{D97E960E-B6FD-4B8D-8716-561944828AAF}"/>
          </ac:graphicFrameMkLst>
        </pc:graphicFrameChg>
      </pc:sldChg>
      <pc:sldChg chg="addSp modSp new mod">
        <pc:chgData name="sungbeen park" userId="945cee9eb21e5f29" providerId="LiveId" clId="{6257241C-E24D-4013-A46D-E55FC37E4B26}" dt="2020-12-03T00:58:20.451" v="779" actId="1076"/>
        <pc:sldMkLst>
          <pc:docMk/>
          <pc:sldMk cId="3842069806" sldId="260"/>
        </pc:sldMkLst>
        <pc:spChg chg="mod">
          <ac:chgData name="sungbeen park" userId="945cee9eb21e5f29" providerId="LiveId" clId="{6257241C-E24D-4013-A46D-E55FC37E4B26}" dt="2020-12-03T00:57:33.912" v="640" actId="20577"/>
          <ac:spMkLst>
            <pc:docMk/>
            <pc:sldMk cId="3842069806" sldId="260"/>
            <ac:spMk id="2" creationId="{46ECCB7F-64EF-47AE-9973-A46D27944D9B}"/>
          </ac:spMkLst>
        </pc:spChg>
        <pc:spChg chg="mod">
          <ac:chgData name="sungbeen park" userId="945cee9eb21e5f29" providerId="LiveId" clId="{6257241C-E24D-4013-A46D-E55FC37E4B26}" dt="2020-12-03T00:57:58.710" v="776" actId="20577"/>
          <ac:spMkLst>
            <pc:docMk/>
            <pc:sldMk cId="3842069806" sldId="260"/>
            <ac:spMk id="3" creationId="{99D3BEC3-D7F3-44B6-903B-3E98BA41200D}"/>
          </ac:spMkLst>
        </pc:spChg>
        <pc:graphicFrameChg chg="add mod">
          <ac:chgData name="sungbeen park" userId="945cee9eb21e5f29" providerId="LiveId" clId="{6257241C-E24D-4013-A46D-E55FC37E4B26}" dt="2020-12-03T00:58:20.451" v="779" actId="1076"/>
          <ac:graphicFrameMkLst>
            <pc:docMk/>
            <pc:sldMk cId="3842069806" sldId="260"/>
            <ac:graphicFrameMk id="4" creationId="{D1200A78-87C5-441E-97F8-7599D4357AFD}"/>
          </ac:graphicFrameMkLst>
        </pc:graphicFrameChg>
      </pc:sldChg>
      <pc:sldChg chg="addSp modSp new mod">
        <pc:chgData name="sungbeen park" userId="945cee9eb21e5f29" providerId="LiveId" clId="{6257241C-E24D-4013-A46D-E55FC37E4B26}" dt="2020-12-03T00:59:15.870" v="909" actId="1076"/>
        <pc:sldMkLst>
          <pc:docMk/>
          <pc:sldMk cId="2651790637" sldId="261"/>
        </pc:sldMkLst>
        <pc:spChg chg="mod">
          <ac:chgData name="sungbeen park" userId="945cee9eb21e5f29" providerId="LiveId" clId="{6257241C-E24D-4013-A46D-E55FC37E4B26}" dt="2020-12-03T00:58:27.349" v="782" actId="20577"/>
          <ac:spMkLst>
            <pc:docMk/>
            <pc:sldMk cId="2651790637" sldId="261"/>
            <ac:spMk id="2" creationId="{736AE95D-5565-4255-8C4D-F1A28FDD4525}"/>
          </ac:spMkLst>
        </pc:spChg>
        <pc:spChg chg="mod">
          <ac:chgData name="sungbeen park" userId="945cee9eb21e5f29" providerId="LiveId" clId="{6257241C-E24D-4013-A46D-E55FC37E4B26}" dt="2020-12-03T00:59:12.977" v="908" actId="20577"/>
          <ac:spMkLst>
            <pc:docMk/>
            <pc:sldMk cId="2651790637" sldId="261"/>
            <ac:spMk id="3" creationId="{85577473-8BB4-4F9A-9F88-C6AF59BAC8C6}"/>
          </ac:spMkLst>
        </pc:spChg>
        <pc:graphicFrameChg chg="add mod">
          <ac:chgData name="sungbeen park" userId="945cee9eb21e5f29" providerId="LiveId" clId="{6257241C-E24D-4013-A46D-E55FC37E4B26}" dt="2020-12-03T00:59:15.870" v="909" actId="1076"/>
          <ac:graphicFrameMkLst>
            <pc:docMk/>
            <pc:sldMk cId="2651790637" sldId="261"/>
            <ac:graphicFrameMk id="4" creationId="{407503BB-9F49-43DD-ADB2-9B80B3ED992E}"/>
          </ac:graphicFrameMkLst>
        </pc:graphicFrameChg>
      </pc:sldChg>
      <pc:sldChg chg="addSp modSp new mod">
        <pc:chgData name="sungbeen park" userId="945cee9eb21e5f29" providerId="LiveId" clId="{6257241C-E24D-4013-A46D-E55FC37E4B26}" dt="2020-12-03T01:04:54.957" v="1237" actId="1076"/>
        <pc:sldMkLst>
          <pc:docMk/>
          <pc:sldMk cId="3877133183" sldId="262"/>
        </pc:sldMkLst>
        <pc:spChg chg="mod">
          <ac:chgData name="sungbeen park" userId="945cee9eb21e5f29" providerId="LiveId" clId="{6257241C-E24D-4013-A46D-E55FC37E4B26}" dt="2020-12-03T00:59:29.655" v="912" actId="20577"/>
          <ac:spMkLst>
            <pc:docMk/>
            <pc:sldMk cId="3877133183" sldId="262"/>
            <ac:spMk id="2" creationId="{D13E44B7-CFBF-46A1-A845-5F2E24C88E5F}"/>
          </ac:spMkLst>
        </pc:spChg>
        <pc:spChg chg="mod">
          <ac:chgData name="sungbeen park" userId="945cee9eb21e5f29" providerId="LiveId" clId="{6257241C-E24D-4013-A46D-E55FC37E4B26}" dt="2020-12-03T01:00:43.364" v="1220" actId="20577"/>
          <ac:spMkLst>
            <pc:docMk/>
            <pc:sldMk cId="3877133183" sldId="262"/>
            <ac:spMk id="3" creationId="{A2A1D236-B098-4274-8FC4-D15B118B277F}"/>
          </ac:spMkLst>
        </pc:spChg>
        <pc:picChg chg="add mod">
          <ac:chgData name="sungbeen park" userId="945cee9eb21e5f29" providerId="LiveId" clId="{6257241C-E24D-4013-A46D-E55FC37E4B26}" dt="2020-12-03T01:04:54.957" v="1237" actId="1076"/>
          <ac:picMkLst>
            <pc:docMk/>
            <pc:sldMk cId="3877133183" sldId="262"/>
            <ac:picMk id="5" creationId="{894AD380-55BA-47B8-94AF-C740B4006442}"/>
          </ac:picMkLst>
        </pc:picChg>
        <pc:picChg chg="add mod">
          <ac:chgData name="sungbeen park" userId="945cee9eb21e5f29" providerId="LiveId" clId="{6257241C-E24D-4013-A46D-E55FC37E4B26}" dt="2020-12-03T01:04:50.409" v="1236" actId="1076"/>
          <ac:picMkLst>
            <pc:docMk/>
            <pc:sldMk cId="3877133183" sldId="262"/>
            <ac:picMk id="7" creationId="{BD4EF592-647D-456A-A2DD-961B614CE101}"/>
          </ac:picMkLst>
        </pc:picChg>
        <pc:picChg chg="add mod">
          <ac:chgData name="sungbeen park" userId="945cee9eb21e5f29" providerId="LiveId" clId="{6257241C-E24D-4013-A46D-E55FC37E4B26}" dt="2020-12-03T01:04:15.286" v="1230" actId="1076"/>
          <ac:picMkLst>
            <pc:docMk/>
            <pc:sldMk cId="3877133183" sldId="262"/>
            <ac:picMk id="9" creationId="{500AB394-6266-4A32-BD3D-487AB71FA7FE}"/>
          </ac:picMkLst>
        </pc:pic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8B98B-9200-4F37-A003-9AF41A3A1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6A5E0-65D3-43CF-B1BB-15DCE21A5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529FC8-41D3-47DD-BC56-C4650D1B2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9A3F-4968-412B-8C3C-73616A7BCE13}" type="datetimeFigureOut">
              <a:rPr lang="ko-KR" altLang="en-US" smtClean="0"/>
              <a:t>12/03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355EE-8FE3-49F0-A171-09FCB9D3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DF4A5-F973-4A2F-B768-B4248E07B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FCF7-F7F3-4D40-8074-660A33578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1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C34DE-C1E5-4A8C-BFD7-4865F7AB7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CCF80-F024-4F40-B373-7C51E6EA4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1ED02-043B-4465-AD51-DA3CA539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9A3F-4968-412B-8C3C-73616A7BCE13}" type="datetimeFigureOut">
              <a:rPr lang="ko-KR" altLang="en-US" smtClean="0"/>
              <a:t>12/03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F7A27-4166-4C0D-B8C8-16CC820EB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4CD7E-0758-4A2E-B10E-55102B3A5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FCF7-F7F3-4D40-8074-660A33578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9947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A876A-DA91-46E2-9F9C-C4DFC7DB3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487B69-D9D7-4752-B746-36DBB4A38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485EB-4A6E-4030-B09E-B241F2592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9A3F-4968-412B-8C3C-73616A7BCE13}" type="datetimeFigureOut">
              <a:rPr lang="ko-KR" altLang="en-US" smtClean="0"/>
              <a:t>12/03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C0B49-7924-4255-8D02-A8E5980C1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58F01-CCB4-424A-8EF3-2A882FB71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FCF7-F7F3-4D40-8074-660A33578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7062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29429-2361-4A5C-A030-094A91E53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5BF24-C008-434E-ADDE-524D82B8E9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2F5DE-ABF2-496B-B60C-4F780B458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CD78D-A380-44BA-AD63-0B9E80571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9A3F-4968-412B-8C3C-73616A7BCE13}" type="datetimeFigureOut">
              <a:rPr lang="ko-KR" altLang="en-US" smtClean="0"/>
              <a:t>12/03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AF7C99-1DE1-4049-8381-8DEDA9783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91E045-B7A7-40FB-840E-C3A459350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FCF7-F7F3-4D40-8074-660A33578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954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25DAD-A200-4BFA-B850-FF26B4ECC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96BA6C-6AC6-40E7-8E9B-2B3108423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81DCC-C323-4A44-AEAE-9D4E815A48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71836C-8722-40E7-974A-B950E24DC0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03F8E7-947E-4878-BF95-C4C47D9EF3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A384B0-C8D4-4976-A876-A4622E44C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9A3F-4968-412B-8C3C-73616A7BCE13}" type="datetimeFigureOut">
              <a:rPr lang="ko-KR" altLang="en-US" smtClean="0"/>
              <a:t>12/03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E11864-A7A2-48A6-9F40-5BF442D64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2A5F49-595E-47B5-A360-AE59DBAA4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FCF7-F7F3-4D40-8074-660A33578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960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0283-E709-44F7-9B8C-C292B1A9D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90149C-0720-4103-BFE9-E9C45E836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9A3F-4968-412B-8C3C-73616A7BCE13}" type="datetimeFigureOut">
              <a:rPr lang="ko-KR" altLang="en-US" smtClean="0"/>
              <a:t>12/03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80DDEA-A49D-4E64-A9D6-C2DBDF38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0FDA78-992F-4D26-9040-C267C8FC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FCF7-F7F3-4D40-8074-660A33578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30918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F85197-2072-478F-B720-F083F256F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9A3F-4968-412B-8C3C-73616A7BCE13}" type="datetimeFigureOut">
              <a:rPr lang="ko-KR" altLang="en-US" smtClean="0"/>
              <a:t>12/03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9B8476-BA13-4873-996A-8D353C73C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53266-CEA2-48BB-9608-60E850AD7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FCF7-F7F3-4D40-8074-660A33578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5056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9A5E0-1E57-48BA-9972-510ADDC23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AA1D9-E49F-4771-874E-2C814B707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CA869-BBFC-42A0-898F-EE39EE3BE6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A51FDA-6B7E-4D26-9892-2C5F147E4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9A3F-4968-412B-8C3C-73616A7BCE13}" type="datetimeFigureOut">
              <a:rPr lang="ko-KR" altLang="en-US" smtClean="0"/>
              <a:t>12/03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0FD3B1-E971-4748-A5DF-6713F82A2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D37DFF-05C5-4585-932B-637DC6BD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FCF7-F7F3-4D40-8074-660A33578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05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BF9EE-2F4B-4D3C-BDAC-A3114D2AF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16BE9-AA05-43EC-9AB4-CF54F02E8F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AC833F-22A0-4FEC-BA83-0D762F76B2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25EAD3-852A-4025-8160-2E8FC3A63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9A3F-4968-412B-8C3C-73616A7BCE13}" type="datetimeFigureOut">
              <a:rPr lang="ko-KR" altLang="en-US" smtClean="0"/>
              <a:t>12/03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3697A8-238E-44E5-B022-BC454BB63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7B8C6-71BB-42E8-A2B9-AFB3E9732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FCF7-F7F3-4D40-8074-660A33578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537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5CC8-C265-4C94-8931-BDCCFB06B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7C0538-75DB-4356-B7B4-0003BD7B1D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451DA-0E45-4A34-8838-2F33D40B3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9A3F-4968-412B-8C3C-73616A7BCE13}" type="datetimeFigureOut">
              <a:rPr lang="ko-KR" altLang="en-US" smtClean="0"/>
              <a:t>12/03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D83B3-6D99-476A-8F0F-27584C0E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A24BF-3569-48FE-B679-936181F02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FCF7-F7F3-4D40-8074-660A33578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11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E2F9DF-62D9-431C-A0A3-3321266625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CD6CF3-8DCF-4D5E-A2A8-734FA30BD3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5268D-6E6F-46B7-89B5-339561B8C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D9A3F-4968-412B-8C3C-73616A7BCE13}" type="datetimeFigureOut">
              <a:rPr lang="ko-KR" altLang="en-US" smtClean="0"/>
              <a:t>12/03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5E849-02D5-494B-9A20-D8EFBA0A4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ACB98-54FE-4C31-B01F-6352570D3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8EFCF7-F7F3-4D40-8074-660A33578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42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4FCB49-A82A-4D43-8E1C-57356DD99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7BE3F-4AD8-47B5-9E41-29FC09D4EF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1C6A2-8024-4C39-BD03-28C520DB1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BD9A3F-4968-412B-8C3C-73616A7BCE13}" type="datetimeFigureOut">
              <a:rPr lang="ko-KR" altLang="en-US" smtClean="0"/>
              <a:t>12/03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64397-5944-479B-AC1E-BBD0A93BA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C1D08-318F-42A1-92FE-60CC63F0D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8EFCF7-F7F3-4D40-8074-660A33578B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351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4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6989A-2AEE-4C0A-AC51-EA6416B56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4400" dirty="0"/>
              <a:t>MVPA tutorial</a:t>
            </a:r>
            <a:endParaRPr lang="ko-KR" alt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BF047-B56E-42A9-9D79-645CFCCA91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2725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8436-A78E-444C-9BC5-565866674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contexts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1542F-3A68-46F0-9CB5-F18DACACE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GA</a:t>
            </a:r>
            <a:r>
              <a:rPr lang="ko-KR" altLang="en-US" dirty="0"/>
              <a:t>의</a:t>
            </a:r>
            <a:r>
              <a:rPr lang="en-US" altLang="ko-KR" dirty="0"/>
              <a:t> LSS beta</a:t>
            </a:r>
            <a:r>
              <a:rPr lang="ko-KR" altLang="en-US" dirty="0"/>
              <a:t>데이터 다운로드</a:t>
            </a:r>
            <a:endParaRPr lang="en-US" altLang="ko-KR" dirty="0"/>
          </a:p>
          <a:p>
            <a:r>
              <a:rPr lang="en-US" altLang="ko-KR" dirty="0"/>
              <a:t>ROI </a:t>
            </a:r>
            <a:r>
              <a:rPr lang="ko-KR" altLang="en-US" dirty="0"/>
              <a:t>다운로드</a:t>
            </a:r>
            <a:endParaRPr lang="en-US" altLang="ko-KR" dirty="0"/>
          </a:p>
          <a:p>
            <a:r>
              <a:rPr lang="en-US" altLang="ko-KR" dirty="0"/>
              <a:t>TargetID.txt </a:t>
            </a:r>
            <a:r>
              <a:rPr lang="ko-KR" altLang="en-US" dirty="0"/>
              <a:t>다운로드</a:t>
            </a:r>
            <a:endParaRPr lang="en-US" altLang="ko-KR" dirty="0"/>
          </a:p>
          <a:p>
            <a:r>
              <a:rPr lang="en-US" altLang="ko-KR" dirty="0" err="1"/>
              <a:t>fMRI_analysis.ipynb</a:t>
            </a:r>
            <a:r>
              <a:rPr lang="en-US" altLang="ko-KR" dirty="0"/>
              <a:t> </a:t>
            </a:r>
            <a:r>
              <a:rPr lang="ko-KR" altLang="en-US" dirty="0"/>
              <a:t>다운로드</a:t>
            </a:r>
            <a:endParaRPr lang="en-US" altLang="ko-KR" dirty="0"/>
          </a:p>
          <a:p>
            <a:r>
              <a:rPr lang="en-US" altLang="ko-KR" dirty="0">
                <a:solidFill>
                  <a:srgbClr val="202122"/>
                </a:solidFill>
                <a:latin typeface="Arial" panose="020B0604020202020204" pitchFamily="34" charset="0"/>
              </a:rPr>
              <a:t>M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ulti-voxel pattern analysis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14280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22756-6388-4982-AE5F-28DB8EFBF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GA</a:t>
            </a:r>
            <a:r>
              <a:rPr lang="ko-KR" altLang="en-US" dirty="0"/>
              <a:t>의</a:t>
            </a:r>
            <a:r>
              <a:rPr lang="en-US" altLang="ko-KR" dirty="0"/>
              <a:t> LSS beta</a:t>
            </a:r>
            <a:r>
              <a:rPr lang="ko-KR" altLang="en-US" dirty="0"/>
              <a:t>데이터 다운로드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05082E-1FEE-4FFB-8198-441A3CEF3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아래의 스크립트를 다운받아서 데이터를 받고자 하는 디렉토리를 </a:t>
            </a:r>
            <a:r>
              <a:rPr lang="en-US" altLang="ko-KR" dirty="0" err="1"/>
              <a:t>to_dir</a:t>
            </a:r>
            <a:r>
              <a:rPr lang="en-US" altLang="ko-KR" dirty="0"/>
              <a:t> </a:t>
            </a:r>
            <a:r>
              <a:rPr lang="ko-KR" altLang="en-US" dirty="0"/>
              <a:t>에 설정해줍니다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서버 접속이 가능한 상태에서 스크립트를 실행하면 약 </a:t>
            </a:r>
            <a:r>
              <a:rPr lang="en-US" altLang="ko-KR" dirty="0"/>
              <a:t>15GB</a:t>
            </a:r>
            <a:r>
              <a:rPr lang="ko-KR" altLang="en-US" dirty="0"/>
              <a:t>에 해당하는 데이터를 받습니다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2E714777-7C36-4AFD-B1B0-534CD90731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7556433"/>
              </p:ext>
            </p:extLst>
          </p:nvPr>
        </p:nvGraphicFramePr>
        <p:xfrm>
          <a:off x="4934618" y="4001294"/>
          <a:ext cx="2322763" cy="1128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포장기 셸 개체" showAsIcon="1" r:id="rId3" imgW="1244520" imgH="604800" progId="Package">
                  <p:embed/>
                </p:oleObj>
              </mc:Choice>
              <mc:Fallback>
                <p:oleObj name="포장기 셸 개체" showAsIcon="1" r:id="rId3" imgW="1244520" imgH="604800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2E714777-7C36-4AFD-B1B0-534CD90731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34618" y="4001294"/>
                        <a:ext cx="2322763" cy="11287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54001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89C53-0A6C-4139-9BA9-59610A04D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ROI </a:t>
            </a:r>
            <a:r>
              <a:rPr lang="ko-KR" altLang="en-US" dirty="0"/>
              <a:t>다운로드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CD684-B079-4CE1-9396-01E4C37BF8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MVPA</a:t>
            </a:r>
            <a:r>
              <a:rPr lang="ko-KR" altLang="en-US" dirty="0"/>
              <a:t>에 사용될 여러가지 </a:t>
            </a:r>
            <a:r>
              <a:rPr lang="en-US" altLang="ko-KR" dirty="0"/>
              <a:t>ROI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97E960E-B6FD-4B8D-8716-561944828A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296883"/>
              </p:ext>
            </p:extLst>
          </p:nvPr>
        </p:nvGraphicFramePr>
        <p:xfrm>
          <a:off x="5165362" y="3429000"/>
          <a:ext cx="1861276" cy="1255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포장기 셸 개체" showAsIcon="1" r:id="rId3" imgW="897120" imgH="604800" progId="Package">
                  <p:embed/>
                </p:oleObj>
              </mc:Choice>
              <mc:Fallback>
                <p:oleObj name="포장기 셸 개체" showAsIcon="1" r:id="rId3" imgW="897120" imgH="604800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97E960E-B6FD-4B8D-8716-561944828A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5362" y="3429000"/>
                        <a:ext cx="1861276" cy="12551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427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CCB7F-64EF-47AE-9973-A46D27944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TargetID.txt </a:t>
            </a:r>
            <a:r>
              <a:rPr lang="ko-KR" altLang="en-US" dirty="0"/>
              <a:t>다운로드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D3BEC3-D7F3-44B6-903B-3E98BA412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메인 실험에서 화면에 표시되는 </a:t>
            </a:r>
            <a:r>
              <a:rPr lang="en-US" altLang="ko-KR" dirty="0"/>
              <a:t>target </a:t>
            </a:r>
            <a:r>
              <a:rPr lang="ko-KR" altLang="en-US" dirty="0"/>
              <a:t>들의 위치 리스트 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1200A78-87C5-441E-97F8-7599D4357A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3106624"/>
              </p:ext>
            </p:extLst>
          </p:nvPr>
        </p:nvGraphicFramePr>
        <p:xfrm>
          <a:off x="5188457" y="3429000"/>
          <a:ext cx="1815085" cy="1287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포장기 셸 개체" showAsIcon="1" r:id="rId3" imgW="852120" imgH="604800" progId="Package">
                  <p:embed/>
                </p:oleObj>
              </mc:Choice>
              <mc:Fallback>
                <p:oleObj name="포장기 셸 개체" showAsIcon="1" r:id="rId3" imgW="852120" imgH="604800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1200A78-87C5-441E-97F8-7599D4357A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88457" y="3429000"/>
                        <a:ext cx="1815085" cy="1287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42069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AE95D-5565-4255-8C4D-F1A28FDD4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fMRI_analysis.ipynb</a:t>
            </a:r>
            <a:r>
              <a:rPr lang="en-US" altLang="ko-KR" dirty="0"/>
              <a:t> </a:t>
            </a:r>
            <a:r>
              <a:rPr lang="ko-KR" altLang="en-US" dirty="0"/>
              <a:t>다운로드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77473-8BB4-4F9A-9F88-C6AF59BAC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다운 받은 모든 데이터를 종합하여 </a:t>
            </a:r>
            <a:r>
              <a:rPr lang="en-US" altLang="ko-KR" dirty="0"/>
              <a:t>MVPA</a:t>
            </a:r>
            <a:r>
              <a:rPr lang="ko-KR" altLang="en-US" dirty="0"/>
              <a:t>를 실행할 메인 코드입니다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07503BB-9F49-43DD-ADB2-9B80B3ED99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263511"/>
              </p:ext>
            </p:extLst>
          </p:nvPr>
        </p:nvGraphicFramePr>
        <p:xfrm>
          <a:off x="4689330" y="3429000"/>
          <a:ext cx="2813339" cy="1158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포장기 셸 개체" showAsIcon="1" r:id="rId3" imgW="1468800" imgH="604800" progId="Package">
                  <p:embed/>
                </p:oleObj>
              </mc:Choice>
              <mc:Fallback>
                <p:oleObj name="포장기 셸 개체" showAsIcon="1" r:id="rId3" imgW="1468800" imgH="604800" progId="Package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407503BB-9F49-43DD-ADB2-9B80B3ED99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9330" y="3429000"/>
                        <a:ext cx="2813339" cy="11587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17906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44B7-CFBF-46A1-A845-5F2E24C88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202122"/>
                </a:solidFill>
                <a:latin typeface="Arial" panose="020B0604020202020204" pitchFamily="34" charset="0"/>
              </a:rPr>
              <a:t>M</a:t>
            </a:r>
            <a:r>
              <a:rPr lang="en-US" altLang="ko-KR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ulti-voxel pattern analysis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1D236-B098-4274-8FC4-D15B118B2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fMRI_analysis.ipynb</a:t>
            </a:r>
            <a:r>
              <a:rPr lang="ko-KR" altLang="en-US" dirty="0"/>
              <a:t>를 실행하여</a:t>
            </a:r>
            <a:r>
              <a:rPr lang="en-US" altLang="ko-KR" dirty="0"/>
              <a:t>, </a:t>
            </a:r>
            <a:r>
              <a:rPr lang="ko-KR" altLang="en-US" dirty="0"/>
              <a:t>다운 받은 데이터들을 </a:t>
            </a:r>
            <a:r>
              <a:rPr lang="en-US" altLang="ko-KR" dirty="0"/>
              <a:t>python </a:t>
            </a:r>
            <a:r>
              <a:rPr lang="ko-KR" altLang="en-US" dirty="0"/>
              <a:t>코드가 잘 찾을 수 있도록</a:t>
            </a:r>
            <a:r>
              <a:rPr lang="en-US" altLang="ko-KR" dirty="0"/>
              <a:t>, </a:t>
            </a:r>
            <a:r>
              <a:rPr lang="en-US" altLang="ko-KR" dirty="0" err="1"/>
              <a:t>root_dir</a:t>
            </a:r>
            <a:r>
              <a:rPr lang="en-US" altLang="ko-KR" dirty="0"/>
              <a:t>, </a:t>
            </a:r>
            <a:r>
              <a:rPr lang="en-US" altLang="ko-KR" dirty="0" err="1"/>
              <a:t>roi_dir</a:t>
            </a:r>
            <a:r>
              <a:rPr lang="en-US" altLang="ko-KR" dirty="0"/>
              <a:t>, </a:t>
            </a:r>
            <a:r>
              <a:rPr lang="en-US" altLang="ko-KR" dirty="0" err="1"/>
              <a:t>targetID</a:t>
            </a:r>
            <a:r>
              <a:rPr lang="en-US" altLang="ko-KR" dirty="0"/>
              <a:t> </a:t>
            </a:r>
            <a:r>
              <a:rPr lang="ko-KR" altLang="en-US" dirty="0"/>
              <a:t>위치등을 코드 내에서 잘 설정해주고</a:t>
            </a:r>
            <a:r>
              <a:rPr lang="en-US" altLang="ko-KR" dirty="0"/>
              <a:t>, </a:t>
            </a:r>
            <a:r>
              <a:rPr lang="ko-KR" altLang="en-US" dirty="0"/>
              <a:t>각 </a:t>
            </a:r>
            <a:r>
              <a:rPr lang="en-US" altLang="ko-KR" dirty="0"/>
              <a:t>cell </a:t>
            </a:r>
            <a:r>
              <a:rPr lang="ko-KR" altLang="en-US" dirty="0"/>
              <a:t>을 순차적으로 실행하면 </a:t>
            </a:r>
            <a:r>
              <a:rPr lang="en-US" altLang="ko-KR" dirty="0"/>
              <a:t>decoding accuracy</a:t>
            </a:r>
            <a:r>
              <a:rPr lang="ko-KR" altLang="en-US" dirty="0"/>
              <a:t>를 그려볼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AD380-55BA-47B8-94AF-C740B4006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5072" y="3631782"/>
            <a:ext cx="2878603" cy="2829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4EF592-647D-456A-A2DD-961B614CE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753" y="3647605"/>
            <a:ext cx="2878603" cy="28294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0AB394-6266-4A32-BD3D-487AB71FA7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36" y="3631782"/>
            <a:ext cx="2910801" cy="2861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33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144</Words>
  <Application>Microsoft Office PowerPoint</Application>
  <PresentationFormat>Widescreen</PresentationFormat>
  <Paragraphs>18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Office Theme</vt:lpstr>
      <vt:lpstr>패키지</vt:lpstr>
      <vt:lpstr>MVPA tutorial</vt:lpstr>
      <vt:lpstr>contexts</vt:lpstr>
      <vt:lpstr>GA의 LSS beta데이터 다운로드</vt:lpstr>
      <vt:lpstr>ROI 다운로드</vt:lpstr>
      <vt:lpstr>TargetID.txt 다운로드</vt:lpstr>
      <vt:lpstr>fMRI_analysis.ipynb 다운로드</vt:lpstr>
      <vt:lpstr>Multi-voxel pattern 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MVPA tutorial</dc:title>
  <dc:creator>sungbeen park</dc:creator>
  <cp:lastModifiedBy>sungbeen park</cp:lastModifiedBy>
  <cp:revision>1</cp:revision>
  <dcterms:created xsi:type="dcterms:W3CDTF">2020-12-03T00:48:08Z</dcterms:created>
  <dcterms:modified xsi:type="dcterms:W3CDTF">2020-12-03T01:05:20Z</dcterms:modified>
</cp:coreProperties>
</file>